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840477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Lakers better without Lebron?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452588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DB927"/>
                </a:solidFill>
              </a:defRPr>
            </a:pPr>
            <a:r>
              <a:rPr dirty="0"/>
              <a:t>Lakers Lineup Analytics | 2025–26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4633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</a:defRPr>
            </a:pPr>
            <a:r>
              <a:rPr dirty="0"/>
              <a:t>An Evidence-Based Analysis Using Advanced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rPr dirty="0"/>
              <a:t>Data Sources: Basketball Reference • NBA.com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E6FF61-FA66-8D29-8B3D-9D29FC97F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523" y="101854"/>
            <a:ext cx="4931576" cy="35401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815" y="271979"/>
            <a:ext cx="106984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DB927"/>
                </a:solidFill>
              </a:defRPr>
            </a:pPr>
            <a:r>
              <a:rPr sz="5000" dirty="0"/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rPr dirty="0"/>
              <a:t>The 2025–26 Lakers are statistically better when Luka Dončić and Austin Reaves share the floor without LeBron James.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rPr dirty="0"/>
              <a:t>This analysis examines lineup net ratings, usage overlap, and spacing data to answer: does adding a third star actually hurt?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474720" cy="2286000"/>
          </a:xfrm>
          <a:prstGeom prst="roundRect">
            <a:avLst/>
          </a:prstGeom>
          <a:solidFill>
            <a:srgbClr val="1A1A2E"/>
          </a:solidFill>
          <a:ln w="38100">
            <a:solidFill>
              <a:srgbClr val="00A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651"/>
                </a:solidFill>
              </a:defRPr>
            </a:pPr>
            <a:r>
              <a:t>+9.2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Net Rating 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200400"/>
            <a:ext cx="3474720" cy="2286000"/>
          </a:xfrm>
          <a:prstGeom prst="roundRect">
            <a:avLst/>
          </a:prstGeom>
          <a:solidFill>
            <a:srgbClr val="1A1A2E"/>
          </a:solidFill>
          <a:ln w="38100">
            <a:solidFill>
              <a:srgbClr val="00A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1999" y="3383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A651"/>
                </a:solidFill>
              </a:defRPr>
            </a:pPr>
            <a:r>
              <a:t>+19.2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Best Lineup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474720" cy="2286000"/>
          </a:xfrm>
          <a:prstGeom prst="roundRect">
            <a:avLst/>
          </a:prstGeom>
          <a:solidFill>
            <a:srgbClr val="1A1A2E"/>
          </a:solidFill>
          <a:ln w="381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3383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D1C24"/>
                </a:solidFill>
              </a:defRPr>
            </a:pPr>
            <a:r>
              <a:t>-12.4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Worst Lineup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rPr dirty="0"/>
              <a:t>LOGOS: Evidence-based analysis  •  ETHOS: Official NBA data sources  •  PATHOS: Championship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B927"/>
                </a:solidFill>
              </a:defRPr>
            </a:pPr>
            <a:r>
              <a:t>VISUALIZATION 1: Player Usage Rate Comparison</a:t>
            </a:r>
          </a:p>
        </p:txBody>
      </p:sp>
      <p:pic>
        <p:nvPicPr>
          <p:cNvPr id="5" name="Picture 4" descr="tmprk_x91x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15401"/>
            <a:ext cx="9418320" cy="5610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5262" y="731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 dirty="0"/>
              <a:t>Key Insight: Dončić (41.2%) and LeBron (33.4%) both require high assist rates to be effective. Combined usage creates redundancy.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B927"/>
                </a:solidFill>
              </a:defRPr>
            </a:pPr>
            <a:r>
              <a:t>VISUALIZATION 2: Net Rating by Star 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8460" y="73152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rPr lang="en-US" dirty="0"/>
              <a:t>Key Insight: Dončić + Reaves (+7.6) outperforms Dončić + LeBron (-1.6) by 9.2 points per 100 possessions.</a:t>
            </a:r>
          </a:p>
        </p:txBody>
      </p:sp>
      <p:pic>
        <p:nvPicPr>
          <p:cNvPr id="5" name="Picture 4" descr="tmpzsuqooi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78565"/>
            <a:ext cx="9418320" cy="5591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B927"/>
                </a:solidFill>
              </a:defRPr>
            </a:pPr>
            <a:r>
              <a:t>VISUALIZATION 3: Net Rating of Lineups Built Around Each 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8460" y="73152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rPr lang="en-US" dirty="0"/>
              <a:t>Key Insight: The gap between best (+19.2) and worst (-12.4) configuration is 31.6 points per 100 possessions.</a:t>
            </a:r>
          </a:p>
        </p:txBody>
      </p:sp>
      <p:pic>
        <p:nvPicPr>
          <p:cNvPr id="5" name="Picture 4" descr="tmp0fxcu9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5607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DB927"/>
                </a:solidFill>
              </a:defRPr>
            </a:pPr>
            <a:r>
              <a:t>Why Does This Happen?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3774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DB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B927"/>
                </a:solidFill>
              </a:defRPr>
            </a:pPr>
            <a:r>
              <a:t>1. Ball Dominance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Dončić and LeBron both need high-touch creation roles. On the court together, one's strength becomes the other's constraint.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486400" cy="23774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DB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39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B927"/>
                </a:solidFill>
              </a:defRPr>
            </a:pPr>
            <a:r>
              <a:t>2. Reaves' Off-Ball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39" y="1737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At 65.3% TS%, Reaves thrives as a catch-and-shoot weapon — perfectly complementing Dončić's gravity without competing for possessions.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5486400" cy="23774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DB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8861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B927"/>
                </a:solidFill>
              </a:defRPr>
            </a:pPr>
            <a:r>
              <a:t>3. Spacing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1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LeBron's 31.0% three-point rate collapses the floor, reducing drive lanes and open looks that Dončić's playmaking generates.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749039"/>
            <a:ext cx="5486400" cy="23774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DB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39" y="38861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B927"/>
                </a:solidFill>
              </a:defRPr>
            </a:pPr>
            <a:r>
              <a:t>4. Defensive Wash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39" y="438911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Defensive ratings are nearly identical across all configurations — meaning offense is the entire differentiator.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DB927"/>
                </a:solidFill>
              </a:defRPr>
            </a:pPr>
            <a:r>
              <a:t>ETHOS — Data Sources &amp;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Primary Data Sources: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Basketball Reference — Lakers 2025-26 Season Statistics</a:t>
            </a:r>
            <a:br/>
            <a:r>
              <a:t>• NBA.com — Advanced Lineup Data</a:t>
            </a:r>
            <a:br/>
            <a:r>
              <a:t>• Regular season data through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Methodology: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Net Rating = Offensive Rating - Defensive Rating</a:t>
            </a:r>
            <a:br/>
            <a:r>
              <a:t>• Per 100 possessions normalization</a:t>
            </a:r>
            <a:br/>
            <a:r>
              <a:t>• Minimum 25 minutes sample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029200" cy="4572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55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DB927"/>
                </a:solidFill>
              </a:defRPr>
            </a:pPr>
            <a:r>
              <a:t>Sample Sizes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Dončić + Reaves: 795.8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Dončić + LeBron: 879.3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Reaves + LeBron: 560.4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DB927"/>
                </a:solidFill>
              </a:defRPr>
            </a:pPr>
            <a:r>
              <a:rPr dirty="0"/>
              <a:t>PATHOS — The Championship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For a franchise chasing its 18th championship, every efficiency gain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numbers tell a story of untapped potential.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DB927"/>
                </a:solidFill>
              </a:defRPr>
            </a:pPr>
            <a:r>
              <a:t>31.6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Point Swing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t>Between optimal and suboptimal lineups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This isn't about benching LeBron — it's about lineup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</a:defRPr>
            </a:pPr>
            <a:r>
              <a:t>Strategic minute staggering could be the difference between a first-round exit and a championship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552583"/>
          </a:solidFill>
          <a:ln w="25400">
            <a:solidFill>
              <a:srgbClr val="FDB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These adjustments don't diminish LeBron </a:t>
            </a:r>
            <a:r>
              <a:rPr lang="en-US" dirty="0"/>
              <a:t>-</a:t>
            </a:r>
            <a:r>
              <a:rPr dirty="0"/>
              <a:t> they weaponize all three stars by matching each to the role where the numbers say they win.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</a:defRPr>
            </a:pPr>
            <a:r>
              <a:t>Research Question: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Are the Lakers better when Dončić and Reaves play without LeBron?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00A651"/>
                </a:solidFill>
              </a:defRPr>
            </a:pPr>
            <a:r>
              <a:t>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931920"/>
            <a:ext cx="8503920" cy="22860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DB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DB927"/>
                </a:solidFill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Maximize Dončić + Reaves minutes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Stagger LeBron to lead second units with fresh legs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Avoid all three stars on the floor together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DB927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Lakers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0"/>
                </a:solidFill>
              </a:defRPr>
            </a:pPr>
            <a:r>
              <a:rPr dirty="0"/>
              <a:t>Two Stars Better Than Three? | 2025-26 Season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526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vpanj</dc:creator>
  <cp:keywords/>
  <dc:description>generated using python-pptx</dc:description>
  <cp:lastModifiedBy>Vedant Panjabi</cp:lastModifiedBy>
  <cp:revision>5</cp:revision>
  <dcterms:created xsi:type="dcterms:W3CDTF">2013-01-27T09:14:16Z</dcterms:created>
  <dcterms:modified xsi:type="dcterms:W3CDTF">2026-03-17T08:49:35Z</dcterms:modified>
  <cp:category/>
</cp:coreProperties>
</file>